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speaker notes 说明推理。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material 合成课程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Explain why 2 + 3 = 5. 独立说明加法。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Input 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输出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 第二页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 a different example. 举出不同例子。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