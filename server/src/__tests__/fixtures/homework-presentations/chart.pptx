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series 合成数据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Input 输入</c:v>
                </c:pt>
                <c:pt idx="1">
                  <c:v>Output 输出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chart 图表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