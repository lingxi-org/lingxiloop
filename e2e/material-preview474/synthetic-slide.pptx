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riangle title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0F172A"/>
                </a:solidFill>
                <a:latin typeface="Arial"/>
              </a:rPr>
              <a:t>Triangle has three sides</a:t>
            </a:r>
            <a:endParaRPr lang="en-US"/>
          </a:p>
        </p:txBody>
      </p:sp>
      <p:sp>
        <p:nvSpPr>
          <p:cNvPr id="3" name="Synthetic blue triangle"/>
          <p:cNvSpPr/>
          <p:nvPr/>
        </p:nvSpPr>
        <p:spPr>
          <a:xfrm>
            <a:off x="2743200" y="1828800"/>
            <a:ext cx="3657600" cy="2743200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